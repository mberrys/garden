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arget="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Speaker notes here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1" Target="../notesSlides/notesSlide1.xml"/><Relationship Id="rId2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8229600" cy="1143000"/>
          </a:xfrm>
        </p:spPr>
        <p:txBody>
          <a:bodyPr/>
          <a:lstStyle/>
          <a:p>
            <a:r>
              <a:t>Garden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00200"/>
            <a:ext cx="8229600" cy="2743200"/>
          </a:xfrm>
        </p:spPr>
        <p:txBody>
          <a:bodyPr/>
          <a:lstStyle/>
          <a:p>
            <a:r>
              <a:t>Garden body copy</a:t>
            </a:r>
          </a:p>
        </p:txBody>
      </p:sp>
      <p:sp>
        <p:nvSpPr>
          <p:cNvPr id="4" name="Rect"/>
          <p:cNvSpPr/>
          <p:nvPr/>
        </p:nvSpPr>
        <p:spPr>
          <a:xfrm>
            <a:off x="685800" y="4572000"/>
            <a:ext cx="1828800" cy="914400"/>
          </a:xfrm>
          <a:prstGeom prst="rect">
            <a:avLst/>
          </a:prstGeom>
        </p:spPr>
      </p:sp>
      <p:pic>
        <p:nvPicPr>
          <p:cNvPr id="5" name="Picture"/>
          <p:cNvPicPr/>
          <p:nvPr/>
        </p:nvPicPr>
        <p:blipFill>
          <a:blip r:embed="rId2"/>
        </p:blipFill>
        <p:spPr>
          <a:xfrm>
            <a:off x="5486400" y="4572000"/>
            <a:ext cx="914400" cy="914400"/>
          </a:xfrm>
        </p:spPr>
      </p:pic>
    </p:spTree>
  </p:cSld>
</p:sld>
</file>